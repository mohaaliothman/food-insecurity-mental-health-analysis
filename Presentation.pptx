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2165-7291-4FC3-84E8-A84A325B2552}" type="datetimeFigureOut">
              <a:rPr lang="en-US" smtClean="0"/>
              <a:t>Sunday-28-12-2025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B5D56-F432-4E10-9837-1695B5022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2165-7291-4FC3-84E8-A84A325B2552}" type="datetimeFigureOut">
              <a:rPr lang="en-US" smtClean="0"/>
              <a:t>Sunday-28-12-2025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B5D56-F432-4E10-9837-1695B5022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0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2165-7291-4FC3-84E8-A84A325B2552}" type="datetimeFigureOut">
              <a:rPr lang="en-US" smtClean="0"/>
              <a:t>Sunday-28-12-2025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B5D56-F432-4E10-9837-1695B5022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59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2165-7291-4FC3-84E8-A84A325B2552}" type="datetimeFigureOut">
              <a:rPr lang="en-US" smtClean="0"/>
              <a:t>Sunday-28-12-2025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B5D56-F432-4E10-9837-1695B5022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19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2165-7291-4FC3-84E8-A84A325B2552}" type="datetimeFigureOut">
              <a:rPr lang="en-US" smtClean="0"/>
              <a:t>Sunday-28-12-2025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B5D56-F432-4E10-9837-1695B5022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79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2165-7291-4FC3-84E8-A84A325B2552}" type="datetimeFigureOut">
              <a:rPr lang="en-US" smtClean="0"/>
              <a:t>Sunday-28-12-2025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B5D56-F432-4E10-9837-1695B5022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1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2165-7291-4FC3-84E8-A84A325B2552}" type="datetimeFigureOut">
              <a:rPr lang="en-US" smtClean="0"/>
              <a:t>Sunday-28-12-2025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B5D56-F432-4E10-9837-1695B5022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4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2165-7291-4FC3-84E8-A84A325B2552}" type="datetimeFigureOut">
              <a:rPr lang="en-US" smtClean="0"/>
              <a:t>Sunday-28-12-2025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B5D56-F432-4E10-9837-1695B5022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15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2165-7291-4FC3-84E8-A84A325B2552}" type="datetimeFigureOut">
              <a:rPr lang="en-US" smtClean="0"/>
              <a:t>Sunday-28-12-2025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B5D56-F432-4E10-9837-1695B5022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73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2165-7291-4FC3-84E8-A84A325B2552}" type="datetimeFigureOut">
              <a:rPr lang="en-US" smtClean="0"/>
              <a:t>Sunday-28-12-2025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B5D56-F432-4E10-9837-1695B5022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99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2165-7291-4FC3-84E8-A84A325B2552}" type="datetimeFigureOut">
              <a:rPr lang="en-US" smtClean="0"/>
              <a:t>Sunday-28-12-2025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B5D56-F432-4E10-9837-1695B5022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07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2165-7291-4FC3-84E8-A84A325B2552}" type="datetimeFigureOut">
              <a:rPr lang="en-US" smtClean="0"/>
              <a:t>Sunday-28-12-2025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B5D56-F432-4E10-9837-1695B5022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37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347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300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3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0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782" y="13854"/>
            <a:ext cx="9144000" cy="684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73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4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84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99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79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6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7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64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2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90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علي عثمان</dc:creator>
  <cp:lastModifiedBy>علي عثمان</cp:lastModifiedBy>
  <cp:revision>2</cp:revision>
  <dcterms:created xsi:type="dcterms:W3CDTF">2025-12-28T20:26:07Z</dcterms:created>
  <dcterms:modified xsi:type="dcterms:W3CDTF">2025-12-28T20:38:34Z</dcterms:modified>
</cp:coreProperties>
</file>